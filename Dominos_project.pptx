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04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1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3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6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7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7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3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4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2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8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47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424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38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8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5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72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12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3600"/>
            <a:ext cx="7772400" cy="1470025"/>
          </a:xfr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800" dirty="0"/>
              <a:t>Dominos - Predictive Purchase Order System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15285"/>
            <a:ext cx="6400800" cy="919089"/>
          </a:xfrm>
          <a:solidFill>
            <a:schemeClr val="accent4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A Data Science Project for Inventory Optimization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EBDAE-C398-74A5-599A-CB0AF7FEC451}"/>
              </a:ext>
            </a:extLst>
          </p:cNvPr>
          <p:cNvSpPr txBox="1"/>
          <p:nvPr/>
        </p:nvSpPr>
        <p:spPr>
          <a:xfrm>
            <a:off x="685800" y="4234375"/>
            <a:ext cx="66434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Name : Vasanth </a:t>
            </a:r>
            <a:r>
              <a:rPr lang="en-US" sz="3600" dirty="0" err="1"/>
              <a:t>ram.S</a:t>
            </a:r>
            <a:endParaRPr lang="en-US" sz="3600" dirty="0"/>
          </a:p>
          <a:p>
            <a:r>
              <a:rPr lang="en-US" sz="3600" dirty="0"/>
              <a:t>Date : 26/8/2025</a:t>
            </a:r>
            <a:endParaRPr lang="en-IN" sz="36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D5FA76-87D4-EAD3-B4DC-073E790F7D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2085577"/>
            <a:ext cx="841248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Main Point: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Domino's needs to optimize its ingredient ordering process by predicting future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Goals: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Ensure the right amount of ingredients are in stock to prevent stockouts and minimize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Leverage historical sales and ingredient data to build a predictive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Generate an efficient purchase order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Use Cases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D805B1-9E1C-781F-E262-CAEB21A045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46806"/>
            <a:ext cx="8229600" cy="331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Inventory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Cost Reduction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Sales Forecasting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Supply Chain Optimization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420139" cy="1400530"/>
          </a:xfrm>
        </p:spPr>
        <p:txBody>
          <a:bodyPr/>
          <a:lstStyle/>
          <a:p>
            <a:r>
              <a:rPr lang="en-IN" dirty="0"/>
              <a:t>Approach: The Project </a:t>
            </a:r>
            <a:br>
              <a:rPr lang="en-IN" dirty="0"/>
            </a:br>
            <a:r>
              <a:rPr lang="en-IN" dirty="0"/>
              <a:t>Pipeline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Data preprocessing and handling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EDA (analyze Trend, seasonality and patterns)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Feature Engineering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Model Selection (ARIMA, Prophet, </a:t>
            </a:r>
            <a:r>
              <a:rPr lang="en-US" sz="2400" dirty="0" err="1">
                <a:latin typeface="+mn-lt"/>
              </a:rPr>
              <a:t>XGBoost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ect</a:t>
            </a:r>
            <a:r>
              <a:rPr lang="en-US" sz="2400" dirty="0">
                <a:latin typeface="+mn-lt"/>
              </a:rPr>
              <a:t>…)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Model Training and Evaluation (MAPE)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4858-EB20-251D-666A-4606BD51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Models and its Metrics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EA560B-14F9-84A7-A90D-9A8D96832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950030"/>
              </p:ext>
            </p:extLst>
          </p:nvPr>
        </p:nvGraphicFramePr>
        <p:xfrm>
          <a:off x="827088" y="1853248"/>
          <a:ext cx="6713002" cy="39567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56501">
                  <a:extLst>
                    <a:ext uri="{9D8B030D-6E8A-4147-A177-3AD203B41FA5}">
                      <a16:colId xmlns:a16="http://schemas.microsoft.com/office/drawing/2014/main" val="3637538752"/>
                    </a:ext>
                  </a:extLst>
                </a:gridCol>
                <a:gridCol w="3356501">
                  <a:extLst>
                    <a:ext uri="{9D8B030D-6E8A-4147-A177-3AD203B41FA5}">
                      <a16:colId xmlns:a16="http://schemas.microsoft.com/office/drawing/2014/main" val="1490017492"/>
                    </a:ext>
                  </a:extLst>
                </a:gridCol>
              </a:tblGrid>
              <a:tr h="7913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MAPE 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484324"/>
                  </a:ext>
                </a:extLst>
              </a:tr>
              <a:tr h="7913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 Regressor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0.6528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574558"/>
                  </a:ext>
                </a:extLst>
              </a:tr>
              <a:tr h="79134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Regressor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0.5698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38375"/>
                  </a:ext>
                </a:extLst>
              </a:tr>
              <a:tr h="7913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Prophet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0.5374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850581"/>
                  </a:ext>
                </a:extLst>
              </a:tr>
              <a:tr h="7913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ARIMA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0.5456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478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569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Purchase Order Generation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Predict future pizza sales for the next week using the trained best model.</a:t>
            </a:r>
          </a:p>
          <a:p>
            <a:pPr>
              <a:lnSpc>
                <a:spcPct val="150000"/>
              </a:lnSpc>
            </a:pPr>
            <a:r>
              <a:rPr lang="en-US" dirty="0"/>
              <a:t>Calculate the required quantity of each ingredient based on the predicted sales and the ingredient dataset.</a:t>
            </a:r>
          </a:p>
          <a:p>
            <a:pPr>
              <a:lnSpc>
                <a:spcPct val="150000"/>
              </a:lnSpc>
            </a:pPr>
            <a:r>
              <a:rPr lang="en-US" dirty="0"/>
              <a:t>Generate a detailed purchase order.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Technologies &amp; Skills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7224A9-9017-64E3-7FA6-2F7D064A4A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684" y="1807082"/>
            <a:ext cx="70553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Skills Gained: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cleaning and preprocessing </a:t>
            </a: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Exploratory data analysis (EDA) </a:t>
            </a: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Time series forecasting </a:t>
            </a: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Predictive modeling </a:t>
            </a: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Business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Technical Tools: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Programming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Python </a:t>
            </a: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Libraries: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Pandas, Scikit-learn, Matplotlib, Seaborn </a:t>
            </a:r>
          </a:p>
          <a:p>
            <a:pPr marL="400056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Models: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ARIMA/Prophet</a:t>
            </a:r>
            <a:r>
              <a:rPr lang="en-US" altLang="en-US" sz="2400" dirty="0">
                <a:latin typeface="+mn-lt"/>
              </a:rPr>
              <a:t>/</a:t>
            </a:r>
            <a:r>
              <a:rPr lang="en-US" altLang="en-US" sz="2400" dirty="0" err="1">
                <a:latin typeface="+mn-lt"/>
              </a:rPr>
              <a:t>Xgboost</a:t>
            </a:r>
            <a:r>
              <a:rPr lang="en-US" altLang="en-US" sz="2400" dirty="0">
                <a:latin typeface="+mn-lt"/>
              </a:rPr>
              <a:t>/</a:t>
            </a:r>
            <a:r>
              <a:rPr lang="en-US" altLang="en-US" sz="2400" dirty="0" err="1">
                <a:latin typeface="+mn-lt"/>
              </a:rPr>
              <a:t>RandomForest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Deliverables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77D0E3-DF5C-473E-9BD3-7AB6D9187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1846700"/>
            <a:ext cx="8834470" cy="366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Cleaned and preprocessed datasets.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Predictive model code and evaluation metrics.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 detailed purchase order for the next week.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Project report documenting the methodology &amp; findings.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 GitHub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10" y="2728735"/>
            <a:ext cx="7055380" cy="1400530"/>
          </a:xfrm>
        </p:spPr>
        <p:txBody>
          <a:bodyPr/>
          <a:lstStyle/>
          <a:p>
            <a:pPr algn="ctr"/>
            <a:r>
              <a:rPr lang="en-US" sz="8000" dirty="0"/>
              <a:t>Thank you</a:t>
            </a:r>
            <a:endParaRPr sz="8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273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Dominos - Predictive Purchase Order System</vt:lpstr>
      <vt:lpstr>Problem Statement</vt:lpstr>
      <vt:lpstr>Business Use Cases</vt:lpstr>
      <vt:lpstr>Approach: The Project  Pipeline</vt:lpstr>
      <vt:lpstr>All Models and its Metrics</vt:lpstr>
      <vt:lpstr>Purchase Order Generation</vt:lpstr>
      <vt:lpstr>Key Technologies &amp; Skills</vt:lpstr>
      <vt:lpstr>Project Deliverables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2025-08-26T18:27:07Z</dcterms:modified>
  <cp:category/>
</cp:coreProperties>
</file>